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37160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2626"/>
                </a:solidFill>
                <a:latin typeface="Calibri"/>
              </a:defRPr>
            </a:pPr>
            <a:r>
              <a:t>PT CAHAYA DIMENSI BUMI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017520"/>
            <a:ext cx="27432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B5563"/>
                </a:solidFill>
                <a:latin typeface="Calibri"/>
              </a:defRPr>
            </a:pPr>
            <a:r>
              <a:t>General Contractor &amp; Automatic Door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5563"/>
                </a:solidFill>
                <a:latin typeface="Calibri"/>
              </a:defRPr>
            </a:pPr>
            <a:r>
              <a:t>Solusi Konstruksi Profesional &amp; Sistem Pintu Otomatis dormakaba</a:t>
            </a:r>
            <a:br/>
            <a:r>
              <a:t>untuk Kebutuhan Komersial dan Industri di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Company Profile Presentation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TENTANG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858000" cy="43891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  <a:latin typeface="Calibri"/>
              </a:defRPr>
            </a:pPr>
            <a:r>
              <a:t>Siapa Kami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5563"/>
                </a:solidFill>
                <a:latin typeface="Calibri"/>
              </a:defRPr>
            </a:pPr>
            <a:r>
              <a:t>PT Cahaya Dimensi Bumi adalah perusahaan general kontraktor yang berfokus pada solusi konstruksi berkualitas tinggi dan merupakan partner resmi dormakaba untuk solusi pintu otomatis di Indonesia.</a:t>
            </a:r>
            <a:br/>
            <a:br/>
            <a:r>
              <a:t>Dengan pengalaman dan keahlian yang mumpuni, kami berkomitmen memberikan pelayanan terbaik dalam setiap proyek konstruksi, mulai dari pembangunan baru, renovasi, hingga instalasi sistem pintu otomatis dormakaba.</a:t>
            </a:r>
            <a:br/>
            <a:br/>
            <a:r>
              <a:t>Kami telah dipercaya oleh lebih dari 100 perusahaan di Indonesia dan telah menyelesaikan berbagai proyek di sektor hospitality, industri, retail, dan infrastruktur.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474720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FAKTA KUNCI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377440"/>
            <a:ext cx="13716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4D4"/>
                </a:solidFill>
                <a:latin typeface="Calibri"/>
              </a:defRPr>
            </a:pPr>
            <a:r>
              <a:t>Tahun Pengalaman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4D4"/>
                </a:solidFill>
                <a:latin typeface="Calibri"/>
              </a:defRPr>
            </a:pPr>
            <a:r>
              <a:t>Proyek Selesai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4D4"/>
                </a:solidFill>
                <a:latin typeface="Calibri"/>
              </a:defRPr>
            </a:pPr>
            <a:r>
              <a:t>Klien Puas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dormakaba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4D4"/>
                </a:solidFill>
                <a:latin typeface="Calibri"/>
              </a:defRPr>
            </a:pPr>
            <a:r>
              <a:t>Partner Resmi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8521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4D4"/>
                </a:solidFill>
                <a:latin typeface="Calibri"/>
              </a:defRPr>
            </a:pPr>
            <a:r>
              <a:t>Kepuasan Klien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VISI &amp; MISI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  <a:latin typeface="Calibri"/>
              </a:defRPr>
            </a:pPr>
            <a:r>
              <a:t>VISI KAMI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Menjadi perusahaan general kontraktor terdepan yang dikenal dengan kualitas, integritas, dan inovasi dalam industri konstruksi Indonesia.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45920"/>
            <a:ext cx="5120640" cy="21031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  <a:latin typeface="Calibri"/>
              </a:defRPr>
            </a:pPr>
            <a:r>
              <a:t>MISI KAMI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• Memberikan layanan konstruksi berkualitas tinggi</a:t>
            </a:r>
            <a:br/>
            <a:r>
              <a:t>• Menyediakan solusi pintu otomatis dormakaba</a:t>
            </a:r>
            <a:br/>
            <a:r>
              <a:t>• Membangun hubungan jangka panjang</a:t>
            </a:r>
            <a:br/>
            <a:r>
              <a:t>• Berkontribusi pada infrastruktur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Calibri"/>
              </a:defRPr>
            </a:pPr>
            <a:r>
              <a:t>NILAI-NILAI INTI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256032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25603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Kualitas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Standar internasional dalam setiap proyek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4663440"/>
            <a:ext cx="256032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4663440"/>
            <a:ext cx="25603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Integritas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Kejujuran dan transparansi dalam bekerja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63440"/>
            <a:ext cx="256032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4663440"/>
            <a:ext cx="25603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Inovasi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Solusi modern untuk kebutuhan konstruksi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663440"/>
            <a:ext cx="2560320" cy="16459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4663440"/>
            <a:ext cx="25603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Kepuasan Klien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5303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Calibri"/>
              </a:defRPr>
            </a:pPr>
            <a:r>
              <a:t>Fokus utama dalam setiap pelayanan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LAYANAN UTAMA KAMI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96596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9339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General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Pembangunan baru, renovasi, dan rehabilitasi dengan standar kualitas tertinggi dan tim profesional berpengalaman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0972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352044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547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37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dormakaba Automatic Doors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490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Instalasi, maintenance, dan perbaikan sistem pintu otomatis berkualitas tinggi untuk gedung komersial dan residensial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5156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109728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507492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023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  <a:latin typeface="Calibri"/>
              </a:defRPr>
            </a:pPr>
            <a:r>
              <a:t>Interior &amp; Renovation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Jasa renovasi dan desain interior profesional untuk rumah, kantor, hotel, dan ruang komersial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GENERAL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  <a:latin typeface="Calibri"/>
              </a:defRPr>
            </a:pPr>
            <a:r>
              <a:t>Layanan Konstruksi Menyeluruh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Kami menyediakan layanan konstruksi komprehensif untuk berbagai kebutuhan:</a:t>
            </a:r>
            <a:br/>
            <a:br/>
            <a:r>
              <a:t>✓ Pembangunan Baru</a:t>
            </a:r>
            <a:br/>
            <a:r>
              <a:t>  - Gedung komersial dan perkantoran</a:t>
            </a:r>
            <a:br/>
            <a:r>
              <a:t>  - Fasilitas industri dan manufaktur</a:t>
            </a:r>
            <a:br/>
            <a:r>
              <a:t>  - Hotel dan hospitality</a:t>
            </a:r>
            <a:br/>
            <a:br/>
            <a:r>
              <a:t>✓ Renovasi Besar</a:t>
            </a:r>
            <a:br/>
            <a:r>
              <a:t>  - Renovasi total bangunan</a:t>
            </a:r>
            <a:br/>
            <a:r>
              <a:t>  - Upgrade sistem dan infrastruktur</a:t>
            </a:r>
            <a:br/>
            <a:r>
              <a:t>  - Modernisasi fasilitas</a:t>
            </a:r>
            <a:br/>
            <a:br/>
            <a:r>
              <a:t>✓ Manajemen Proyek</a:t>
            </a:r>
            <a:br/>
            <a:r>
              <a:t>  - Perencanaan dan pengawasan</a:t>
            </a:r>
            <a:br/>
            <a:r>
              <a:t>  - Pengendalian kualitas dan biaya</a:t>
            </a:r>
            <a:br/>
            <a:r>
              <a:t>  - Penyelesaian tepat waktu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4937760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MENGAPA MEMILIH KAMI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3774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Tim profesional berpengalaman lebih dari 10 tahun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Standar kualitas internasional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Material berkualitas tinggi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Pengawasan ketat di setiap tahap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Tepat waktu dan sesuai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1663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Garansi hasil pekerjaan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669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Layanan purna jual responsif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17219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Harga kompetitif dan transparan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dormakaba AUTOMATIC DOOR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  <a:latin typeface="Calibri"/>
              </a:defRPr>
            </a:pPr>
            <a:r>
              <a:t>Partner Resmi dormakaba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Sebagai partner resmi dormakaba, kami menyediakan:</a:t>
            </a:r>
            <a:br/>
            <a:br/>
            <a:r>
              <a:t>✓ Instalasi Pintu Otomatis</a:t>
            </a:r>
            <a:br/>
            <a:r>
              <a:t>  - Sliding doors</a:t>
            </a:r>
            <a:br/>
            <a:r>
              <a:t>  - Swing doors</a:t>
            </a:r>
            <a:br/>
            <a:r>
              <a:t>  - Revolving doors</a:t>
            </a:r>
            <a:br/>
            <a:r>
              <a:t>  - Security access systems</a:t>
            </a:r>
            <a:br/>
            <a:br/>
            <a:r>
              <a:t>✓ Maintenance &amp; Perawatan</a:t>
            </a:r>
            <a:br/>
            <a:r>
              <a:t>  - Perawatan berkala</a:t>
            </a:r>
            <a:br/>
            <a:r>
              <a:t>  - Inspections rutin</a:t>
            </a:r>
            <a:br/>
            <a:r>
              <a:t>  - Preventive maintenance</a:t>
            </a:r>
            <a:br/>
            <a:br/>
            <a:r>
              <a:t>✓ Perbaikan &amp; Support</a:t>
            </a:r>
            <a:br/>
            <a:r>
              <a:t>  - Emergency repair 24/7</a:t>
            </a:r>
            <a:br/>
            <a:r>
              <a:t>  - Spare parts original</a:t>
            </a:r>
            <a:br/>
            <a:r>
              <a:t>  - Technical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645920"/>
            <a:ext cx="4937760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KEUNGGULAN dormakaba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37744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Brand global terpercaya sejak 1868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Teknologi terdepan di industri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52958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Hemat energi hingga 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684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Aksesibilitas untuk semua orang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4074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Keamanan tingkat tinggi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Desain modern dan elegan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285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Daya tahan dan keandalan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7241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Garansi resmi dormakaba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1630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✓  Layanan after-sales premium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DIPERCAYA OLEH PERUSAHAAN TERKEMUKA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5563"/>
                </a:solidFill>
                <a:latin typeface="Calibri"/>
              </a:defRPr>
            </a:pPr>
            <a:r>
              <a:t>Kami telah dipercaya oleh lebih dari 100 perusahaan di berbagai industri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DoubleTree by Hilton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28600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Horison Hotels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ITC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28600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228600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LG Innotek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Sasa Foods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56616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356616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Abipraya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56616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Astra International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566160"/>
            <a:ext cx="2560320" cy="9144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3566160"/>
            <a:ext cx="2560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  <a:latin typeface="Calibri"/>
              </a:defRPr>
            </a:pPr>
            <a:r>
              <a:t>BSJ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2937"/>
                </a:solidFill>
                <a:latin typeface="Calibri"/>
              </a:defRPr>
            </a:pPr>
            <a:r>
              <a:t>INDUSTRI YANG KAMI LAYANI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03520"/>
            <a:ext cx="210312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Hospitality &amp; Hotel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303520"/>
            <a:ext cx="210312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Manufaktur &amp; Industri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5303520"/>
            <a:ext cx="210312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59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Retail &amp; Shopping Mall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5303520"/>
            <a:ext cx="210312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Perkantoran &amp; Komersial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5303520"/>
            <a:ext cx="2103120" cy="64008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53949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Calibri"/>
              </a:defRPr>
            </a:pPr>
            <a:r>
              <a:t>Infrastruktur &amp; Pemerintah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MENGAPA MEMILIH PT CAHAYA DIMENSI BUMI?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Pengalaman 10+ Tahun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Lebih dari satu dekara pengalaman dalam industri konstruksi Indonesia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Partner Resmi dormakaba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Akses langsung ke produk dan dukungan teknis dari dormakaba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0624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976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Tim Profesional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63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Tenaga ahli bersertifikat dengan kompetensi teruji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48640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Kualitas Terjamin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43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Standar internasional dengan pengawasan ketat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64592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64592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7373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Harga Kompetitif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Penawaran terbaik dengan kualitas premium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92608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017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Tepat Waktu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383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Komitmen penyelesaian sesuai jadwal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0624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2976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Garansi Pekerjaan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63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Jaminan hasil pekerjaan dan after-sales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486400"/>
            <a:ext cx="5120640" cy="10972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486400"/>
            <a:ext cx="9144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5577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✓  100+ Klien Puas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943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Track record terpercaya di berbagai industri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Konsultasi GRATIS untuk kebutuhan proyek Anda — Hubungi kami sekarang!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HUBUNGI KAMI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5563"/>
                </a:solidFill>
                <a:latin typeface="Calibri"/>
              </a:defRPr>
            </a:pPr>
            <a:r>
              <a:t>Siap membantu mewujudkan proyek Anda. Hubungi kami untuk konsultasi gratis.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56032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256032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Kantor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Calibri"/>
              </a:defRPr>
            </a:pPr>
            <a:r>
              <a:t>Jakarta, Indonesia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560320"/>
            <a:ext cx="256032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560320"/>
            <a:ext cx="256032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Telepon/WhatsApp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Calibri"/>
              </a:defRPr>
            </a:pPr>
            <a:r>
              <a:t>+62 851-7171-1375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560320"/>
            <a:ext cx="256032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256032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Calibri"/>
              </a:defRPr>
            </a:pPr>
            <a:r>
              <a:t>info@cahayadimensibumi.com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560320"/>
            <a:ext cx="2560320" cy="2286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560320"/>
            <a:ext cx="256032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Calibri"/>
              </a:defRPr>
            </a:pPr>
            <a:r>
              <a:t>Jam Operasional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3832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  <a:latin typeface="Calibri"/>
              </a:defRPr>
            </a:pPr>
            <a:r>
              <a:t>Senin - Jumat: 09:00 - 18:00</a:t>
            </a:r>
            <a:br/>
            <a:r>
              <a:t>Sabtu: 09:00 - 14:00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WhatsApp Kami Sekarang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4D4"/>
                </a:solidFill>
                <a:latin typeface="Calibri"/>
              </a:defRPr>
            </a:pPr>
            <a:r>
              <a:t>Konsultasi GRATIS | Respon Cepat | Penawaran Kompetitif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108960"/>
            <a:ext cx="3047695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D4D4"/>
                </a:solidFill>
                <a:latin typeface="Calibri"/>
              </a:defRPr>
            </a:pPr>
            <a:r>
              <a:t>Atas kepercayaan dan perhatian Bapak/Ibu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PT CAHAYA DIMENSI BUMI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4D4"/>
                </a:solidFill>
                <a:latin typeface="Calibri"/>
              </a:defRPr>
            </a:pPr>
            <a:r>
              <a:t>General Contractor &amp; Automatic Door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WhatsApp: +62 851-7171-1375 | info@cahayadimensibumi.com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